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6995160" y="182880"/>
            <a:ext cx="1737360" cy="1737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240280"/>
            <a:ext cx="1188720" cy="1188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3547872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292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Teknikat e Mbrojtjes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së Privatësisë në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 Cloud Computing: Model, Implementim dhe Siguri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F4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Studentë të Vitit të Parë Master · Inxhinieri Kompjuterike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e Kapitullit 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7782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77824"/>
            <a:ext cx="64008" cy="56692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875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987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Hyrje – Lidhja me Kapitullin 8, 3 aspektet kryesore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36192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459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1645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Dimensionet Kryesore të Sigurisë (Infrastructure, Data, Identity, Privacy)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94560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0428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3042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Siguria e Infrastrukturës: Shtresa Rrjet, Host, Aplikacion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52928"/>
            <a:ext cx="64008" cy="5669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626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9.2.2–9.2.3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9626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Siguria e të Dhënave Mobile &amp; Menaxhimi i Identitetit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1129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11296"/>
            <a:ext cx="64008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2102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6210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Shqetësimet e Privatësisë: Cikli Jetësor &amp; 6 Dimensione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16966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69664"/>
            <a:ext cx="64008" cy="56692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2793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279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Zgjidhjet e Sigurisë: MBS &amp; Access Control-Based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Objektivat Mësimore të Kapitullit 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leximit do të jeni në gjendje të përgjigjeni: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62456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62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29844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3 shtresat kryesore të sigurisë së infrastrukturës?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01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73736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çështjet kritike të sigurisë dhe ruajtjes së të dhënave mobile?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17627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shqetësimet kryesore të privatësisë në mobile cloud computing?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679192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61518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janë DiT, DaR dhe DiU – tre gjendjet e të dhënave?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118104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305409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ndryshon Host Layer Security për hostin lokal dhe atë remote?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349300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protokollet e sigurisë Wi-Fi (WPA2-Personal, Enterprise, WPS)?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995928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95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93192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Cikli Jetësor i të Dhënave (Data Life Cycle) – 7 fazat?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434840"/>
            <a:ext cx="274320" cy="27432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437083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funksionon Monitoring-Based Solution (MBS) dhe Access Control-Based Solution?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6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 Hyrje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Aspektet Kryesore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Ndërtimi mbi Kapitullin 8 – thellimi i dimensioneve specifike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Teknikat e Mbrojtjes së Privatësisë – MCC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Hyrje – Çfarë mbulojmë në Kapitullin 9?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77240"/>
          </a:xfrm>
          <a:prstGeom prst="rect">
            <a:avLst/>
          </a:prstGeom>
          <a:solidFill>
            <a:srgbClr val="064848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 kapitull ndërtоhet mbi bazat e Kapitullit 8 duke u thelluar në dimensione specifike. Adresohen 3 aspekte kryesore të sigurisë dhe privatësisë.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788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37360"/>
            <a:ext cx="2788920" cy="43891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9222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Aspekti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Kuptim i thellë nga 4 dimensione sigurie: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Siguria e Infrastrukturës (Rrjet, Host, Aplikacion)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Siguria e të dhënave mobile dhe ruajtja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Menaxhimi i identitetit dhe aksesit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Shqetësimet e mbrojtjes së privatësisë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737360"/>
            <a:ext cx="2788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737360"/>
            <a:ext cx="27889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79222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Aspekti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2240280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Zgjidhjet e sigurisë dhe privatësisë: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Perspektiva: Trust, Control, Multi-tenancy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Monitoring-Based Solutions (MBS)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Access Control-Based Solutions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CMAC dhe Isolation Techniques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737360"/>
            <a:ext cx="2788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737360"/>
            <a:ext cx="2788920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179222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Aspekti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2240280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Algoritmi i avancuar i sigurisë: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Modelizimi i problemeve të sigurisë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Dizajni i algoritmeve të sigurisë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Programim dinamik për balancim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Zgjidhje optimale: Siguri ↔ Performancë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6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9.2.1  Siguria e Infrastrukturës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(Infrastructure Security)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shtresat: Rrjeti · Host · Aplikacioni (Fig. 9.1)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Teknikat e Mbrojtjes së Privatësisë – MCC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Siguria e Infrastrukturës – 3 Shtresat Kryesore (Fig. 9.1)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Infrastruktura është dimension kritik sigurie sepse shtrihet në të gjithë sistemin MCC – nga përdoruesit fundorë te serverët cloud, nga rrjetet wireless te bazat e të dhënave.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691640"/>
            <a:ext cx="3657600" cy="640080"/>
          </a:xfrm>
          <a:prstGeom prst="rect">
            <a:avLst/>
          </a:prstGeom>
          <a:solidFill>
            <a:srgbClr val="0A6E6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423160"/>
            <a:ext cx="2606040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4688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Shtresa e Rrjetit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 Layer)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734056"/>
            <a:ext cx="5029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3337560"/>
            <a:ext cx="2606040" cy="6400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3832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Shtresa e Hostit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 Layer)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648456"/>
            <a:ext cx="5029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4251960"/>
            <a:ext cx="2606040" cy="6400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42976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Shtresa e Aplikacionit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Layer)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4562856"/>
            <a:ext cx="5029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0520" y="2331720"/>
            <a:ext cx="822960" cy="22860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60520" y="2423160"/>
            <a:ext cx="822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Filtrimi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Rreziqeve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specifike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72744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Qëllimi: dallimet e rreziqeve nga vëllimi i madh i kërcënimeve duke krijuar shtresa specifike sigurie.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Shtresa e Rrjetit (Network Layer) – Koncepti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7724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Layer = çështjet e sigurisë dhe privatësisë që ekzistojnë ose ndodhin gjatë transmetimit të të dhënave mbi rrjetet wireless. Konfigurimi ideal: sigurimi i TË GJITHA të dhënave mbi rrjet.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Parimet e Dizajnit të Sigurisë së Rrjetit: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76272"/>
            <a:ext cx="64008" cy="74980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494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Parimi 1: Konfidencialitet &amp; Integritet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Rrjeti wireless duhet të garantojë konfidencialitet dhe integritet të mirë për të gjitha Data-in-Transit (DiT) kur ofrohen shërbimet cloud.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044952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44952"/>
            <a:ext cx="64008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181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Parimi 2: Kontrolli i Aksesit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465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Rrjeti wireless duhet të garantojë operacione të sigurta, të besueshme dhe efiçente të kontrollit të aksesit: autentikimi, autorizimi dhe auditimi.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13632"/>
            <a:ext cx="64008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867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Parimi 3: Disponueshmëria e Burimeve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342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Rrjeti wireless duhet të garantojë nivel të lartë disponueshmërie të burimeve llogaritëse – si për klientët ashtu edhe për qiramarrësit (tenants) e ofruesve cloud.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Gjendjet e të Dhënave: DiT · DaR · DiU (Box 9.2.1.1)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788920" cy="4754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503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Data-in-Transit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2606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Të gjitha të dhënat që rrjedhin nëpër rrjete të besuara dhe jo të besuara. Zakonisht ndodh ndërmjet dy nyjeve të rrjetit.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Mbrojtja: enkriptim (SSL/TLS), WPA2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Rreziku: overhearing, switch mirroring, MitM sulme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804672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04672"/>
            <a:ext cx="278892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8503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Data-at-Rest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353312"/>
            <a:ext cx="2606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Gjendja kur të dhënat janë të ruajtura/të regjistruara në serverin fizik cloud ose media në MCC.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Mbrojtja: enkriptim i fortë pa ndarjen e çelësit me nyjeve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çelësi duhet të jetë mjaftueshëm i gjatë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804672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804672"/>
            <a:ext cx="2788920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8503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Data-in-Use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1353312"/>
            <a:ext cx="2606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Gjendja kur të dhënat janë të bashkangjitura në një nyje rrjeti (jo gjendja DaR). Shembuj: cache procesor, disk cache, memorie.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Mbrojtja: kontrolli i plotë i aksesit në memorie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të dhënat fitohen në gjendje 'rest' – jo nga vende tjera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4690872"/>
            <a:ext cx="8503920" cy="29260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1830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9.2 nga libri ilustron lokacionet e tre gjendjeve: Data A (DiT – mes nyjeve), Data C (DaR – fizikë), Data B (DiU – nyje mobile).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Enkriptimi dhe Rreziqet e Rrjetit – Analizë e Detajuar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Enkriptimi është alternativa efektive për mbrojtjen e DiT nga rrjedhja e të dhënave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Kompanitë me siguri të fortë: TË GJITHA të dhënat e rrjetit janë të enkriptuara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Sfida: konsumi i kohës/energjisë mund të bëhet problem kur vëllimi i të dhënave është i madh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 të dhëna janë jo-të enkriptuara ose pjesërisht të enkriptuara – krijohen mundësi sulmesh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Rreziqet specifike sipas llojit të rrjetit: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971800"/>
            <a:ext cx="64008" cy="1783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3063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Rrjeti Ethernet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341071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Adversarët mund të vjedhin informacion duke dëgjuar kablon (overhearing) ose duke mirrored traffic-un duke konfiguruar keqdashës një switch.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971800"/>
            <a:ext cx="64008" cy="1783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3063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Rrjeti Wireless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341071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Sulmuesit shfrytëzojnë dobësitë specifike të rrjeteve wireless. Dy aspekte: sigurimi i nyjeve/hosteve DHE sigurimi i transmetimeve ndërmjet tyre.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Protokollet e Sigurisë Wi-Fi: WPA2-Personal, Enterprise, WPS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Shembull praktik – mjedisi Wi-Fi: janë të disponueshëm protokolle dhe programe të ndryshme mbrojtëse.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2788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44752"/>
            <a:ext cx="2788920" cy="4754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904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(WPA2-PSK)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2606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Protokoll sigurie i dizajnuar për përdorues shtëpiakë ose organizata të vogla.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Përdor vetëm një fjalëkalim të vetëm (Pre-Shared Key).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Simpël por jo i përshtatshëm për mjedise enterprise.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444752"/>
            <a:ext cx="2788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444752"/>
            <a:ext cx="2788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4904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WPA2-Enterprise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993392"/>
            <a:ext cx="2606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Protokoll sigurie i orientuar drejt enterprise-it.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Kërkon emra përdoruesish dhe fjalëkalimet përkatëse.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Një përdorues mund të ketë llogari të shumta. Shumë sigurt.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444752"/>
            <a:ext cx="2788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444752"/>
            <a:ext cx="278892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14904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(Wi-Fi Protected Setup)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1993392"/>
            <a:ext cx="2606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emergent sigurie për vendosjen e rrjeteve wireless shtëpiake të sigurta.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mënyra pune: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PIN Method (PINM)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Push Button Method (PBM)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Near Field Communication (NFCM)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USB Method (USBM)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690872"/>
            <a:ext cx="8503920" cy="29260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1830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(Secure Socket Layer) dhe TLS (Transport Layer Security) janë teknikat kryesore të enkriptimit të trafikut të rrjetit.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Virtualizimi i Rrjeteve dhe Shtresa e Rrjetit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62179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Teknikat VM kanë sjellë vendosje dhe rreziqe rrjeti të reja. Cloud publik ka ndryshuar zonat dhe nivelet tradicionale të rrjetit.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54480"/>
            <a:ext cx="64008" cy="150876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6459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Izolimi Tradicional i Rrjetit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99339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Izolimi i rrjetit është i bashkangjitur me rrjetet fizike. Rrjetet private janë zakonisht más të sigurta se rrjetet publike.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64008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6459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Izolimi Virtual (Cloud)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99339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Rrjetet virtuale mund të vendosen në cloud publik. Izolimi i rrjeteve arrihet me domaine – jo detyrimisht me rrjete fizike. (Fig. 9.3 – Cisco)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18688"/>
            <a:ext cx="64008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31012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Rreziku i Ri: VM Networking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65760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Teknikat VM sjellin vendosje rrjeti shumë të reja. Menaxhimi i sigurisë bëhet kompleks kur rrjetet virtuale mbivendosen me ato fizike.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218688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18688"/>
            <a:ext cx="64008" cy="1508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331012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Vërejtje Praktike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65760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Selektimi i llojit të rrjetit ndikon rreziqet dhe nivelet e rrezikut. Nivelet e rrezikut nuk lidhen me modelet e shërbimit por me llojin e vendosjes.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Shtresa e Hostit (Host Layer) – Hostet Lokal dhe Remote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7724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Siguria e shtresës host i shqetësohet DYJA hostit lokal dhe atij remote. Modelet SaaS dhe PaaS konsiderohen kryesisht këtu. Siguria e hostit shpesh konsiderohet përgjegjësi e ofruesve të shërbimit.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40690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19072"/>
            <a:ext cx="40690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647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Host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Rreziqet e hostit remote janë të ngjashme me çështjet tradicionale të rrjetit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Mekanizmat e mbrojtjes së të dhënave janë të pjekura dhe efektive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Ofruesit cloud janë kryesisht përgjegjës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OS-et e hostit janë abstrakte dhe të fshehura nga përdoruesit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19072"/>
            <a:ext cx="40690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719072"/>
            <a:ext cx="406908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647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 (LH) Security – MÁ SHUMË Rreziqe!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= pajisjet mobile të përdoruesve fundorë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Mungesa e sigurisë në hostin lokal shkakton rreziqe shtesë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Klientët gjithashtu posedojnë rrezikun e mbrojtjes së informacionit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DY hostet duhen siguruar – nuk mjafton vetëm remote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Rreziqet e Hostit Lokal – Statistika Reale dhe 5 Shkaqet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Consumer Reports: 3.1 MILION amerikanë u bënë viktima të vjedhjes smartphone në 2013 – pothuajse 2x más shumë se 2012!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44752"/>
            <a:ext cx="64008" cy="1234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17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Vjedhja e Telefonit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Sulmuesit marrin informacion të ndjeshëm direkt nga pajisja. Mund të fitojnë akses të autorizuar në sistemet cloud mobile nëpërmjet telefonit të vjedhur.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444752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444752"/>
            <a:ext cx="64008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517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Humbja e Pajisjes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Pajisjet mobile të humbura shkaktojnë të njëjtat probleme si vjedhja. I gjithë aksesi cloud i autentikuar mund të komprometohet.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1444752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444752"/>
            <a:ext cx="64008" cy="12344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1517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Buffer-Overflow Attacks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91656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Sulmuesit lansojnë sulme buffer-overflow kur adresohen dobësitë e sistemeve embedded mobile. Vlen si për sisteme special-purpose ashtu edhe general-purpose mobile.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44348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6207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352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Kapacitet i Limituar Mbrojtjeje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2644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Pajisjet mobile nuk mund të ofrojnë të njëjtën kapacitet mbrojtjeje si pajisjet on-premises – kufizime të aftësisë dhe konfigurimeve.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66360" y="2862072"/>
            <a:ext cx="44348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66360" y="2862072"/>
            <a:ext cx="64008" cy="1234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29352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Dobësitë Wireless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2644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Dobësitë e komunikimit wireless ofrojnë kanale shtesë sulmesh: monitorimi i sinjaleve, sulmet Man-in-the-Middle, dhe mashtrimi i pajisjeve.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Zgjidhjet e Sigurisë së Hostit Lokal – 5 Dimensionet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 të forcuar sigurinë e hostit lokal ekzistojnë disa dimensione përmirësimi: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64008" cy="59436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389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Forcimi i Autentikimit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Metodat e autentikimit të bashkangjitura me hostin lokal duhen forcuar – MFA, biometrika, çertifikata dixhitale.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84248"/>
            <a:ext cx="64008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Mekanizëm Tamper-Resistant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Parandalon manipulimin fizik të pajisjes – njëra nga opcionet e parandalimit të sulmeve fizike.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67004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70048"/>
            <a:ext cx="64008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76148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27614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Izolim Strikt Aplikacionesh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Niveli i sigurisë rritet duke siguruar izolim strikt të aplikacioneve – aplikacionet nuk ndajnë burime pa autorizim.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5584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55848"/>
            <a:ext cx="64008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44728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3447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Besueshmëria e 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64992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Niveli i besimit të sistemit operativ në hostin lokal mund të rritet me teknika specifike.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04164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041648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3308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4133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Qasja Kriptografike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4114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Përdorimi i kriptografisë është alternativë për forcimin e sigurisë së hostit lokal – enkriptimi i të dhënave sensitive lokale.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Shtresa e Aplikacionit (Application Layer)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Sistemi mund të jetë i pasigurt edhe kur shtresa e rrjetit është e sigurt! Disa rreziqe vijnë nga shtresa e aplikacionit ku përdoruesit e paautorizuar kanë akses në informacione të mbrojtura.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Klientët janë përdorues mobil që pranojnë shërbime cloud dhe përdorin pajisje mobile si hostet lokal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Strategjitë e sigurisë ndryshojnë sipas modeleve të ndryshme të shërbimit cloud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IaaS: redukton nivelin e funksionalitetit dhe sigurisë së integruar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maksimizon nivelin e integrimit të sigurisë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Qëllimi kryesor: minimizimi i ndikimit të Humbjes së Kontrollit nga ana e klientit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Strategji tjetër: kombinimi i shtresës aplikacioni me strategjitë e shtresave tjera (p.sh. host)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Sulmet që mund të parandalohen efektivisht: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4343400"/>
            <a:ext cx="2011680" cy="502920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Poisoning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2888" y="4343400"/>
            <a:ext cx="2011680" cy="502920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32888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Field Manipulation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45736" y="4343400"/>
            <a:ext cx="2011680" cy="502920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Attacks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58584" y="4343400"/>
            <a:ext cx="2011680" cy="502920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58584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Hacking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6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9.2.2  Siguria e të Dhënave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dhe Ruajtja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Protokollet · Enkriptimi · Standardet e Konformitetit · DiT/DaR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Teknikat e Mbrojtjes së Privatësisë – MCC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Siguria e të Dhënave Mobile – Strategjitë sipas Gjendjes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196596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8961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– Data-in-Transit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243584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Nivelet e sigurisë dhe privatësisë kategorizohen sipas protokolleve: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Protokollet e sigurta (secured protocols): SSL, TLS, HTTPS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Protokollet jo të sigurta: HTTP plain, FTP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Zgjedhja e protokollit ndikon drejtpërdrejt nivel rrezikut.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160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04672"/>
            <a:ext cx="64008" cy="1965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8961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– Data-at-Rest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243584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dhënat janë zakonisht jo-të enkriptuara dhe të përziera me të dhënat e tjerë përdoruesve!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Arsyeja: të dhënat e enkriptuara nuk janë indexing/searching friendly.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Zgjidhjet e mundshme: FHE (Fully Homomorphic Encryption) dhe PE (Predicate Encryption) – por janë ende të papjekura për implementime industriale.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8986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Standardet e Konformitetit të Qeverisë – Kuadri Rregullator (Fig. 9.4):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37560"/>
            <a:ext cx="777240" cy="59436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2900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 Card Industry Data Security Standard – mbrojtja e të dhënave të mbajtësit të kartës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333756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3337560"/>
            <a:ext cx="7772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264408" y="342900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33088" y="3429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Insurance Portability &amp; Accountability Act – mbrojtja e mbulimit të sigurimit shëndetësor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333756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3337560"/>
            <a:ext cx="77724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208776" y="342900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77456" y="3429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Gramm-Leach-Bliley Act – kërkesat e sigurisë financiare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02336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023360"/>
            <a:ext cx="77724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11480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Sarbanes-Oxley Act – kërkesat federale amerikane për firmat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402336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64408" y="4023360"/>
            <a:ext cx="77724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3264408" y="411480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FISMA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33088" y="4114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Federal Information Security Management Act – politikat e sigurisë informacionit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08776" y="402336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4023360"/>
            <a:ext cx="777240" cy="59436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7" name="Text 35"/>
          <p:cNvSpPr/>
          <p:nvPr/>
        </p:nvSpPr>
        <p:spPr>
          <a:xfrm>
            <a:off x="6208776" y="411480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77456" y="4114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Bring-Your-Own-Device – rregullore mbi pajisjet personale të punonjësve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dhe Data Provenance – Siguria e Përdorimit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9436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 koncepte kritike për sigurinë e përdorimit të të dhënave (data usage security):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52704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27048"/>
            <a:ext cx="4069080" cy="45720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727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Qasje që definon ciklin jetësor të të dhënave duke treguar kur dhe ku gjenden të dhënat.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Rëndësia: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Lineage efektive është e rëndësishme për sigurinë e përdorimit të të dhënave si: auditimi i të dhënave dhe konformiteti me rregulloret.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52704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27048"/>
            <a:ext cx="406908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727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 që përshkruan saktësinë llogaritëse kur operacionon integriteti i të dhënave.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 (Box 9.2.2.1):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sum((((2×4)+6)/2)+3)=$10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Korrekt nëse të dhënat janë në dollarë amerikanë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Jo korrekt nëse janë monedha të ndryshme!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Kuptimi i të dhënave mund të prishet me data provenance joefektive.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 vs UCS – Dy Qasjet e Ruajtjes Cloud (Box 9.2.2.2)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Ofruesit cloud zakonisht ofrojnë shërbime ruajtje me servera. Dy qasje: sipas nivelit të administrimit të ruajtjes.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81328"/>
            <a:ext cx="4069080" cy="4754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270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 – Managed Cloud Storage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Ofron shërbime disku raw ose on-site ose off-site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Përdoruesit kanë AUTORIZIM për të konfiguruar diskun (ndarje, formate)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Lloj i ruajtjes online on-demand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Fleksibël por MENOS i besueshëm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Shembull: AWS EBS, Azure Managed Disks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8132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81328"/>
            <a:ext cx="406908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270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 – Unmanaged Cloud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Ofron ruajtje të parakonfiguruar (preconfigured)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Përdoruesit NUK kanë autorizim për të konfiguruar diskun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 mund të ndryshojnë: formatimi, sistemet e skedarëve, cilësitë e diskut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ZAKONISHT MÁ I BESUESHËM se MCS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Shembull: Amazon S3, Google Cloud Storage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9.2.3 Menaxhimi i Identitetit dhe Aksesit Mobil (Box 9.2.3)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Zgjidhja: zhvillimi i menaxhimit të identitetit dhe aksesit mobil për të përmirësuar nivelin e sigurisë. 3 dimensione kryesore: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2788920" cy="4754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544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Grupet e Përdoruesve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Groups)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Përdoruesit mobil mund të grupohen në nëndarje. Çdo nëndarje ka identitet unik dhe autentikimi të aksesit për përdoruesit e saj.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Shembull: Në një kompani, përdoruesit mund të grupohen si: punëdhënës, punonjës, kontraktorë, partnerë, etj.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50876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508760"/>
            <a:ext cx="2788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5544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Kërkesat e Autentikimeve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(Demands of Authentications)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057400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Rritja e kërkesave të autentikimit është dimensioni tjetër i përmirësimit.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Qasjet e reja: cloud offerings for hosting applications – 'cloud-side authentication' (quhet 'Outsider' solution – ofron autentikimin në cloud).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50876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508760"/>
            <a:ext cx="278892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15544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Përdoruesit Mobil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 Users)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057400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Menaxhimi mund të përmirësohet duke konfiguruar kompjutimin mobil: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Rritja e niveleve të sigurisë në pajisjet mobile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Rritja e sigurisë në komunikimet mobile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 dimension fokusohet tek përdoruesit mobil.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6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9.2.4  Shqetësimet e Mbrojtjes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së Privatësisë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Cikli Jetësor i të Dhënave · 6 Dimensione Kryesore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Teknikat e Mbrojtjes së Privatësisë – MCC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Jetësor i të Dhënave (Data Life Cycle) – Fig. 9.5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Privatësia mund të ketë kuptime të ndryshme: kombe, kultura, rregullore/ligje. Mbrojtja e privatësisë ndodh gjatë gjithë ciklit jetësor të të dhënave – nga gjenerimi deri te shkatërrimi.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188720"/>
            <a:ext cx="3291840" cy="3383280"/>
          </a:xfrm>
          <a:prstGeom prst="ellipse">
            <a:avLst/>
          </a:prstGeom>
          <a:solidFill>
            <a:srgbClr val="CCFBF1">
              <a:alpha val="70000"/>
            </a:srgbClr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1463040" cy="621792"/>
          </a:xfrm>
          <a:prstGeom prst="rect">
            <a:avLst/>
          </a:prstGeom>
          <a:solidFill>
            <a:srgbClr val="0A6E6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1430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1463040" cy="62179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8288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880360"/>
            <a:ext cx="1463040" cy="62179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9260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977640"/>
            <a:ext cx="1463040" cy="62179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40233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4297680"/>
            <a:ext cx="1463040" cy="621792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43434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3977640"/>
            <a:ext cx="1463040" cy="621792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8720" y="40233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240280"/>
            <a:ext cx="1463040" cy="621792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2860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72744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Çdo fazë e ciklit mund të trajtohet si dimension shqetësimi. Çështjet e sigurisë/privatësisë ekzistojnë gjatë gjithë procesit.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Dimensionet e Shqetësimeve të Privatësisë – Pasqyrë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64008" cy="118872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78408"/>
            <a:ext cx="457200" cy="457200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9144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Ruajtja e të Dhënave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Storage)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" y="13716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Të dhënat ndajnë makina fizike; operacionet cloud-side pa njoftim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9784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68112" y="9144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Mbajtja e të Dhënave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Retention)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Periudha, pronësia dhe përgjegjësia për ruajtje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12848"/>
            <a:ext cx="64008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6829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3272" y="23042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Shkatërrimi i të Dhënave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Destruction)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" y="276148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Metodat, rezultatet dhe duplikatat – rreziku i rikuperimit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64008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36829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68112" y="23042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Auditimi/Monitorimi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(Auditing/Monitoring)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276148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Frekuenca, metodat dhe angazhimi i palëve multiple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360273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602736"/>
            <a:ext cx="64008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75818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3272" y="36941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Shkeljet e Privatësisë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(Privacy Breaches)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33272" y="415137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Ofruesit dhe klientët kanë shqetësime të ndryshme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360273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602736"/>
            <a:ext cx="64008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3758184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68112" y="36941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Menaxhimi i Rrezikut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(Responsibility &amp; Risk)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68112" y="415137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Palë të treta, transferimi i përgjegjësisë, 3 komponentë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Dimensionet 1 &amp; 2: Ruajtja dhe Mbajtja e të Dhënave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1: Data Storage (Ruajtja e të Dhënave)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Shqetësimet kryesisht vijnë nga ana cloud – shumica e të dhënave ruhen në serverët cloud remote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Kjo çon në faktin se të dhënat ndajnë të njëjtat makina fizike edhe pse përdoruesit janë të ndryshëm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Operacionet e indeximit dhe kërkimit cloud-side zakonisht nuk njoftojnë pronarët e të dhënave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e fitimit të informacionit privat cloud-side: tracking sjelljeve, data mining, tregtimi pa njoftim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999232"/>
            <a:ext cx="8503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266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2: Data Retention (Mbajtja e të Dhënave)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584448"/>
            <a:ext cx="2788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584448"/>
            <a:ext cx="27889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630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Periudha e Mbajtjes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 kohë mbahen të dhënat në cloud? Duhet të specifikohet qartë.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3584448"/>
            <a:ext cx="2788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3584448"/>
            <a:ext cx="27889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264408" y="3630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Pronësia e të Dhënave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55848" y="4023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Identifikimi i pronarit të të dhënave – kush ka të drejtat mbi to?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08776" y="3584448"/>
            <a:ext cx="2788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3584448"/>
            <a:ext cx="278892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08776" y="3630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Sqarimi i Përgjegjësisë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0216" y="4023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Kush është përgjegjës për zbatimin e politikave të mbajtjes?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Dimensionet 3 &amp; 4: Shkatërrimi dhe Auditimi i të Dhënave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3: Data Destruction – Shkatërrimi i të Dhënave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788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27889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1732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Metoda e shkatërrimit. Metoda e papërshtatshme → rrezik rrjedhje. Shkatërrimi ndodh si lokalisht ashtu edhe remotely.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371600"/>
            <a:ext cx="2788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71600"/>
            <a:ext cx="278892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41732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8288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janë shkatërruar plotësisht të dhënat? Teknikat e rikuperimit mund t'i rikthejnë ato nëse jo të fshira plotësisht.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371600"/>
            <a:ext cx="2788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371600"/>
            <a:ext cx="278892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141732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8288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Shumë cloud ofrojnë ruajtje të shpërndarë → kopje të dhënash në qendrat multiple. Fshirja e të gjitha kopjeve është sfidë.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850392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609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4: Data Auditing/Monitoring – Auditimi i të Dhënave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200400"/>
            <a:ext cx="84124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Çështje të lidhura me përmirësimet e proceseve dhe menaxhimin e biznesit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aspekte kryesore nga perspektiva e përdoruesit: metodat dhe frekuenca e auditimit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 ofruesit: plan për incidente aksidentale, skenar multi-palësh, rregullore efektive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Identifikimi i hapave të procesit të biznesit është kërkesa fundamentale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Dimensionet 5 &amp; 6: Shkeljet dhe Menaxhimi i Rrezikut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5: Privacy Breaches – Shkeljet e Privatësisë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0690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4630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 Ofruesit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810512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Diskernon frekuencat dhe rastet e sulmeve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Përgatit zgjidhje për çdo lloj sulmi breach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Formulon sistem hartëzimi për njoftimin e klientëve mbi rreziqet e breach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690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64008" cy="128016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4630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 Klientit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810512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 drejta të kuptojë rregulloret përkatëse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 drejta të dijë kush është përgjegjës për parandalimin e shkeljeve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Të informohet menjëherë kur ndodh një breach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85039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437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6: Data Responsibility &amp; Risk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40156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i ri – lidhur me pjesëmarrjen e palëve të shumta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Identifikimi i përgjegjësive dhe formulimi i roleve është sfidues me palë të treta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Mungesa e besimit të plotë ndaj palëve të treta → çështje privatësie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Alternativë: transferimi i detyrimeve (transfer liability) – por llogaridhënia rrallë transferohet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4074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Komponentët e Menaxhimit të Rrezikut: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690872"/>
            <a:ext cx="27889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718304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Creation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4690872"/>
            <a:ext cx="27889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3264408" y="4718304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4690872"/>
            <a:ext cx="27889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6208776" y="4718304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Process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6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 Zgjidhjet e Sigurisë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Privatësisë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MBS – Monitoring-Based Solutions · ACBS – Access Control-Based Solutions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Teknikat e Mbrojtjes së Privatësisë – MCC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9.3.1 Pasqyrë e Zgjidhjeve – 3 Perspektivat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Zgjidhjet kryesisht vijnë nga dobësitë. 3 perspektiva: Trust, Control, Multi-tenancy. Mekanizmi bazë: minimizimi i këtyre perspektivave. Pothuajse e pamundur të listohen TË GJITHA kërcënimet!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9.3.1: 3 Çështjet Kryesore të Sigurisë në Mobile Clouds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84832"/>
            <a:ext cx="64008" cy="80467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5798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Çështjet e Konfidencialitetit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(Confidentiality Issues)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15798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Lindin kryesisht kur ndodhin implementime 'multi-': multi-tenancy, multi-ofrues-shërbimi, dhe multi-palësh për tregtimin e të dhënave/informacionit.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99232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7238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Sjelljet Malicious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(Malicious Behaviors)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07238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referohet aktiviteteve për qëllime të papërshtatshme gjatë procesit të përdorimit të të dhënave. Mund të lansohen nga insiders OSE outsiders.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13632"/>
            <a:ext cx="64008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8678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Sulmet/Dobësitë Emergjente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(Emerging Attacks/Vulnerabilities)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98678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Kërcënimet e reja kryesisht lidhen me veçoritë e reja të cloud. Shembull: ndarja e të dhënave ndërmjet VM-ve; sulmet bashkëpunuese në shtresa multiple.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9.3.2 Monitoring-Based Solutions (MBS) – Definicioni dhe Përfitimet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MBS = Rrit nivelin e kontrollit të të dhënave duke përmirësuar qeverisjen dhe vëzhgimin e të dhënave. Ofron përfitime për TË DY klientët dhe ofruesit.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19072"/>
            <a:ext cx="64008" cy="141732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8105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Perspektiva e KLIENTIT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15798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Kuptim i mirë i efekteve të dështimit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Njohuri mbi masat e rikuperimit kur ndodhin kërcënimet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Pamje të ndryshme të sistemit për kuptimin e rreziqeve potenciale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Ndërgjegjësim mbi hapat e procesit të biznesit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719072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719072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105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Perspektiva e OFRUESIT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215798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Ri-hartëzimi i infrastrukturës cloud për sulmet aksidentale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Mundësia e fikjes së funksioneve/nënsistemeve pjesore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Sjellja e sistemeve nën kontroll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Vëzhgimi i aktiviteteve → bazë për parashikim/parandalim hazardesh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2644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mund të zhvillojë zgjidhje GJATË dhe PARA sulmit: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0332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7947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Gjatë Sulmit (Ongoing Attack)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41422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Dizajnimi i kontrolleve aksesi bazuar në rezultatet e monitorimit. Ndarje/izolim i makinave fizike. Lëvizja e të dhënave te serverët tjerë cloud.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70332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703320"/>
            <a:ext cx="64008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7947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Sulmit (Pre-Attack)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41422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dhënat e mbledhura mbi kushtet cloud përdoren për back-up plans. Arkitektura multi-cloud si zgjidhje alternative.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9.3.3 Access Control-Based Solutions – Mekanizmat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621792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Qasja kërkon identifikimin e të gjitha shtresave të mundshme të kontrollit të aksesit: akses te serverët, shërbimet dhe bazat e të dhënave.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Mekanizmi i kontrollit të aksesit dhe kufizimeve të hyrjes janë të njëjtat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përdoruesit me autentikimin e saktë të lejuar mund të aksesojnë burimin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Ofruesit duhet të menaxhojnë autentikimet dhe të organizojnë proceset e kontrollit të aksesit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278892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697480"/>
            <a:ext cx="2788920" cy="45720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743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Techniques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(Teknikat e Izolimit)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Teknikë e pranuar gjerësisht. Përdor kontejnerë logjikë për implementimin e apps ose aksesit te burimet. Kontejnerët logjikë janë të pavarur nga njëri-tjetri.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VMs janë kontejnerë të izolueshëm – burimet nuk mund të ndahen. Kriteri: QoS dhe politikat e zbatimit.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2697480"/>
            <a:ext cx="278892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2697480"/>
            <a:ext cx="2788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2743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CMAC – Customer-Managed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3218688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Lejon përdoruesit të mbajnë të drejta pjesore të konfigurimit të autentikimeve. Të dhënat aksesues duhet të përputhen me kriterin e klientit.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Shembull: regjistrat e shëndetit të pacientëve dhe Facebook – Settings sigurisë/privatësie. KUJDES: të dhënat e klientit janë ende të arritshme nga ofruesit!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8776" y="2697480"/>
            <a:ext cx="278892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2697480"/>
            <a:ext cx="27889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2743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Management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(Menaxhimi i Identiteteve)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3218688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Ndihmon klientët cloud të menaxhojnë llogari multiple. Parim: hartëzimi i shërbimeve cloud me teknika modelimi procesesh biznesi.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Klientët mund të përcaktojnë cilat të dhëna ndahen me çdo ofrues. Identitetet e panevojshme hiqen.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 Real: Menaxhimi i Identiteteve – Amazon Blerja (Fig. 9.6/9.7)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4864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Skenar: blerja e një artikulli në Amazon. Palët: Amazon, VISA (kartë krediti), Arranger (organizues), UPS (dërgim).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069080" cy="324612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63040"/>
            <a:ext cx="406908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08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– Fig. 9.6 – Identitetet PARA Heqjes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Amazon: Emri, Email, Fjalëkalimi, Adresa blerjes, Adresa dërgimit, Kartë krediti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VISA: Emri, Adresa blerjes, Kartë krediti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Arranger: Emri, Email, Adresa dërgimit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UPS: Emri, Email, Adresa dërgimit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407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Çdo palë ka akses të plotë – rrezik i lartë i rrjedhjes!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69080" cy="324612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40690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08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– Fig. 9.7 – Identitetet PAS Heqjes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0299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Amazon: Emri, Email, Fjalëkalimi, Adresa blerjes, Dërgimi, K.Krediti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700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VISA: Emri, Adresa blerjes, K.Krediti VETËM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3101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Arranger: Emri, Email, Adresa dërgimit VETËM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50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UPS: Emri, Email, Adresa dërgimit VETËM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407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Çdo palë ka akses minimal të nevojshëm – rrezik i ulur!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Krahasim: MBS vs. Access Control-Based 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41248"/>
          <a:ext cx="8503920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2004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Karakteristika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Monitoring-Based (MBS)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Control-Based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Qëllimi kryesor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Vëzhgimi i aktiviteteve + kontroll i të dhënave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Kufizimi i aksesit sipas autorizimit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Qasja kryesore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&amp; 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Identifikimi i shtresave të aksesit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Koha e reagimit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Gjatë dhe para sulmit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Parandaluese (proactive)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Re-mapping cloud, izolim, lëvizja e të dhënave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Isolation, CMAC, Identity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Përfituesi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Klientët DHE ofruesit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Kryesisht klientët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Kompleksiteti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moderuar – kërkon monitorim të vazhdueshëm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lartë – kërkon planifikimi biznesi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Shembuj reale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IDS, multi-cloud architecture, backup plans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Privacy Settings, EHR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2744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Zgjidhjet nuk janë mutualisht ekskluzive – implementimi optimal kombinon të dyja qasjet.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Numrat dhe Statistikat Kyçe të Kapitullit 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920240" cy="1691640"/>
          </a:xfrm>
          <a:prstGeom prst="rect">
            <a:avLst/>
          </a:prstGeom>
          <a:solidFill>
            <a:srgbClr val="0A6E6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96112"/>
            <a:ext cx="19202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819656"/>
            <a:ext cx="1920240" cy="642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Shtresat e Infrastrukturës: Rrjeti · Host · Aplikacioni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804672"/>
            <a:ext cx="1920240" cy="1691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896112"/>
            <a:ext cx="19202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819656"/>
            <a:ext cx="1920240" cy="642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Gjendjet e të Dhënave: DiT · DaR · DiU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804672"/>
            <a:ext cx="1920240" cy="1691640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896112"/>
            <a:ext cx="19202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89120" y="1819656"/>
            <a:ext cx="1920240" cy="642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Amerikanë viktimë vjedhje smartphone (Consumer Reports, 2013)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804672"/>
            <a:ext cx="1920240" cy="169164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896112"/>
            <a:ext cx="19202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46520" y="1819656"/>
            <a:ext cx="1920240" cy="642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Dimensionet e Shqetësimeve të Privatësisë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651760" cy="155448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788920"/>
            <a:ext cx="265176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4320" y="3630168"/>
            <a:ext cx="2651760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Dimensionet Kryesore të Sigurisë (Sec. 9.2)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2697480"/>
            <a:ext cx="2651760" cy="1554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63240" y="2788920"/>
            <a:ext cx="265176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063240" y="3630168"/>
            <a:ext cx="2651760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Zgjidhjet Kryesore: MBS + Access Control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697480"/>
            <a:ext cx="2971800" cy="15544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2788920"/>
            <a:ext cx="297180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852160" y="3630168"/>
            <a:ext cx="2971800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Standardet e Konformitetit: PCI-DSS, HIPAA, SOX, GLBA...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361688"/>
            <a:ext cx="8503920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89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Mbrojtja efektive e privatësisë kërkon kuptimin e GJITHA dimensioneve: infrastruktura + të dhënat + identiteti + privatësia.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Pamje e Integruar – Kapitulli 9 Komplet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1188720"/>
          </a:xfrm>
          <a:prstGeom prst="rect">
            <a:avLst/>
          </a:prstGeom>
          <a:solidFill>
            <a:srgbClr val="0A6E6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875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· Host · Application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1188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9875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60934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DiT · DaR · DiU · Standards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160520" cy="10515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3317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8163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Groups · Auth · Mobile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60520" cy="105156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3317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8163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Cikli Jetësor · 6 Dimensione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3319272"/>
            <a:ext cx="73152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749040"/>
            <a:ext cx="8503920" cy="475488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94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(Monitoring-Based Solutions)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3749040"/>
            <a:ext cx="91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7947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Control-Based Solutions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379976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QËLLIMI FINAL: Mbrojtja e Privatësisë dhe Sigurisë në Mobile Cloud Computing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Përmbledhja e Kapitullit 9 (Seksioni 9.5)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mbulon aspektet e mbrojtjes së privatësisë në mobile clouds – 4 dimensione kryesore + 2 zgjidhje: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64008" cy="50292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353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Siguria e Infrastrukturës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3533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shtresat: Network (DiT, WPA2, SSL/TLS), Host (lokal + remote, 5 rreziqe LH), Aplikacion (Cookie Poisoning, DoS, Google Hacking).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83664"/>
            <a:ext cx="64008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5681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56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Siguria e të Dhënave Mobile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1938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DiT/DaR/DiU – tri gjendjet e të dhënave. Standardet e konformitetit: PCI-DSS, HIPAA, GLBA. Data Lineage &amp; Provenance. MCS vs UCS.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68880"/>
            <a:ext cx="64008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54203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42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523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Menaxhimi i Identitetit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25237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dimensione: Grupet e Përdoruesve, Kërkesat e Autentikimeve (cloud-side auth), Përdoruesit Mobil.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054096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54096"/>
            <a:ext cx="64008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12724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Shqetësimet e Privatësisë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Cikli jetësor i të dhënave (7 faza). 6 dimensione: Ruajtja, Mbajtja, Shkatërrimi, Auditimi, Shkeljet, Menaxhimi i Rrezikut.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3639312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39312"/>
            <a:ext cx="6400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36941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– Monitoring-Based Solutions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46120" y="36941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Rrit kontrollin e të dhënave. Perspektiva klienti + ofrues. Zgjidhje gjatë dhe para sulmit. Multi-cloud architecture.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224528"/>
            <a:ext cx="64008" cy="502920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297680"/>
            <a:ext cx="347472" cy="347472"/>
          </a:xfrm>
          <a:prstGeom prst="ellipse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688" y="4279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Solutions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46120" y="42793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Isolation Techniques (VM), CMAC (Facebook, EHR), Identification Management (Amazon shembull – Fig. 9.6/9.7).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Ushtrime (Seksioni 9.6)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59536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9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3 shtresat e sigurisë së infrastrukturës në mobile cloud computing?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07008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07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12070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është sfidues enkriptimi për mbrojtjen e DiT nga rrjedhja e të dhënave?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517904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554480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54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1554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ndryshimet ndërmjet Data-in-Transit, Data-at-Rest dhe Data-in-Use?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1865376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1901952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19019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Përshkruaj shkurtimisht çfarë shqetësohet siguria e shtresës host.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249424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249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" y="22494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Data Lineage dhe pse është e rëndësishme?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2560320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596896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596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" y="25968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Data Provenance? Jep një shembull (sum((((2×4)+6)/2)+3)=$10).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2907792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44368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" y="29443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Cilat janë ndryshimet ndërmjet Managed Cloud Storage dhe Unmanaged Cloud Storage?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255264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291840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" y="3291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Përshkruaj shkurtimisht konceptin e ciklit jetësor të të dhënave (7 fazat).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3602736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639312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" y="36393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 3 dimensione kryesore shqetësimesh privatësie dhe shpjego pse janë të rëndësishme.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4320" y="3950208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986784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986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3232" y="39867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Përshkruaj parimin e funksionimit të Monitoring-Based Solutions.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4320" y="4297680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334256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334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" y="43342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Përshkruaj mekanizmin e access control-based solutions.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4681728"/>
            <a:ext cx="256032" cy="25603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81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3232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Ushtrimi i menaxhimit të identiteteve me E-COM, CRED, ARRAN, DELIV, XYZ (Tabela 9.1).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Fjalori i Termave Kyçe (Seksioni 9.7)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48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· Privacy Protection Techniques – Mobile Cloud Computing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92024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Data-at-Rest (DaR)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04288" y="8686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Gjendja kur të dhënat janë të ruajtura/regjistruara në serverin fizik cloud ose media në MCC.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170432"/>
            <a:ext cx="1920240" cy="310896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2161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Data-in-Transit (DiT)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4288" y="121615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Të gjitha të dhënat që rrjedhin nëpër rrjete të besuara dhe jo të besuara ndërmjet dy nyjeve.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517904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517904"/>
            <a:ext cx="19202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5636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Data-in-Use (DiU)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04288" y="156362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Gjendja kur të dhënat janë të bashkangjitura në një nyje rrjeti – jo gjendja DaR. Shembuj: cache, memorie.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865376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865376"/>
            <a:ext cx="192024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9110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04288" y="191109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Qasje që definon ciklin jetësor të të dhënave duke treguar kur dhe ku gjenden.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212848"/>
            <a:ext cx="192024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258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04288" y="22585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 që përshkruan saktësinë llogaritëse kur operacionon integriteti i të dhënave.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560320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560320"/>
            <a:ext cx="1920240" cy="31089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6060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 (LH)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04288" y="26060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Pajisjet mobile të përdorura nga përdoruesit fundorë mobil.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907792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07792"/>
            <a:ext cx="1920240" cy="310896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9535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 – Managed Cloud Storage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04288" y="29535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Ruajtje që ofron shërbime disku raw me autorizim konfigurimi nga përdoruesi.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255264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55264"/>
            <a:ext cx="1920240" cy="310896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009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 – Unmanaged Cloud Storage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04288" y="330098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Ruajtje e parakonfiguruar pa autorizim konfigurimi nga përdoruesi – más e besueshme.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602736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602736"/>
            <a:ext cx="19202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36484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04288" y="364845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Çështjet e sigurisë dhe privatësisë gjatë transmetimit të të dhënave mbi rrjetet wireless.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950208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950208"/>
            <a:ext cx="192024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39959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304288" y="39959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Protokoll sigurie për përdorues shtëpiakë/organizata të vogla – vetëm një fjalëkalim.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297680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297680"/>
            <a:ext cx="192024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3434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WPA2-Enterprise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304288" y="434340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Protokoll enterprise-oriented me emra+fjalëkalime – mbështet llogari multiple për user.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310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" y="4645152"/>
            <a:ext cx="192024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6908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 – Wi-Fi Protected Setup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304288" y="469087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emergent sigurie për vendosje të rrjeteve wireless shtëpiake të sigurta.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6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6995160" y="182880"/>
            <a:ext cx="1737360" cy="1737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240280"/>
            <a:ext cx="1188720" cy="1188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3547872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86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9 Kompletuar!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987552"/>
            <a:ext cx="6126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Teknikat e Mbrojtjes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së Privatësisë në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DiT · DaR · DiU · WPA2 · MBS · CMAC · Identity Management · Data Life Cycle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F4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Kapitulli i radhës: Web Services in Cloud Computing – Kapitulli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Kapitulli 9 – Teknikat e Mbrojtjes së Privatësisë në MCC</dc:title>
  <dc:subject>PptxGenJS Presentation</dc:subject>
  <dc:creator>PptxGenJS</dc:creator>
  <cp:lastModifiedBy>PptxGenJS</cp:lastModifiedBy>
  <cp:revision>1</cp:revision>
  <dcterms:created xsi:type="dcterms:W3CDTF">2026-05-13T13:52:18Z</dcterms:created>
  <dcterms:modified xsi:type="dcterms:W3CDTF">2026-05-13T13:52:18Z</dcterms:modified>
</cp:coreProperties>
</file>